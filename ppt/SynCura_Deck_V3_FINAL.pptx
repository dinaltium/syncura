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2" r:id="rId15"/>
    <p:sldId id="270" r:id="rId16"/>
    <p:sldId id="271" r:id="rId17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600" b="1" dirty="0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 dirty="0" err="1">
                <a:solidFill>
                  <a:srgbClr val="000000"/>
                </a:solidFill>
                <a:latin typeface="Calibri"/>
              </a:rPr>
              <a:t>SynCura</a:t>
            </a:r>
            <a:endParaRPr sz="6000" b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400" b="1" dirty="0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30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3000">
                <a:solidFill>
                  <a:srgbClr val="000000"/>
                </a:solidFill>
                <a:latin typeface="Calibri"/>
              </a:rPr>
              <a:t>Abdul Ahad Ikkeri – 4PA24CS002
Fathima Reeha – 4PA24CS026
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SynCura applies temporal deep learning to streaming-style vital and clinical measurements.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latin typeface="Calibri"/>
              </a:rPr>
              <a:t>Base paper: Zheng et al. (2025) - Temporal-Branch Attention LSTM (TBAL), MIMIC-IV + eICU, dynamic AUROC ~0.936. SynCura adapts TBAL to PhysioNet 2012.</a:t>
            </a:r>
          </a:p>
          <a:p>
            <a:r>
              <a:rPr sz="2000">
                <a:latin typeface="Calibri"/>
              </a:rPr>
              <a:t>Support 1: Yan et al. (2026) - single LSTM, multi-centre ICU, AUC 0.802.</a:t>
            </a:r>
          </a:p>
          <a:p>
            <a:r>
              <a:rPr sz="2000">
                <a:latin typeface="Calibri"/>
              </a:rPr>
              <a:t>Support 2: Sadanandan (2026) - multimodal LSTM + ClinicalBERT, AUROC 0.786.</a:t>
            </a:r>
          </a:p>
          <a:p>
            <a:r>
              <a:rPr sz="2000">
                <a:latin typeface="Calibri"/>
              </a:rPr>
              <a:t>Support 3: Wu et al. (2024) - vital-signs-only LSTM, AUC 0.926.</a:t>
            </a:r>
          </a:p>
          <a:p>
            <a:r>
              <a:rPr sz="2000">
                <a:latin typeface="Calibri"/>
              </a:rPr>
              <a:t>Support 4: Xie et al. (2025) - RealMIP missing-data recovery, AUC 0.957-0.968.</a:t>
            </a:r>
          </a:p>
          <a:p>
            <a:r>
              <a:rPr sz="2000">
                <a:latin typeface="Calibri"/>
              </a:rPr>
              <a:t>Support 5: Choi et al. (2020) - interpretable BiLSTM early-warning, AUROC ~0.880.</a:t>
            </a:r>
          </a:p>
          <a:p>
            <a:r>
              <a:rPr sz="2000">
                <a:latin typeface="Calibri"/>
              </a:rPr>
              <a:t>Support 6: Scheid et al. (2025) - continuous wearable deep learning, AUROC ~0.890.</a:t>
            </a:r>
          </a:p>
          <a:p>
            <a:r>
              <a:rPr sz="2000">
                <a:latin typeface="Calibri"/>
              </a:rPr>
              <a:t>Support 7: Wang, Bai &amp; Jin (2026) - explainable LSTM, AUC 0.79-0.87.</a:t>
            </a:r>
          </a:p>
          <a:p>
            <a:r>
              <a:rPr sz="200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r>
              <a:rPr sz="2300">
                <a:latin typeface="Calibri"/>
              </a:rPr>
              <a:t>Authors: Zheng et al. (2025) - JMIR vol. 27, e69293</a:t>
            </a:r>
          </a:p>
          <a:p>
            <a:r>
              <a:rPr sz="2300">
                <a:latin typeface="Calibri"/>
              </a:rPr>
              <a:t>Method: Temporal-Branch Attention LSTM (TBAL); longitudinal irregular EHR; MIMIC-IV + eICU</a:t>
            </a:r>
          </a:p>
          <a:p>
            <a:r>
              <a:rPr sz="2300">
                <a:latin typeface="Calibri"/>
              </a:rPr>
              <a:t>Dynamic AUROC ~0.936; static ~0.812; recall 79.1%</a:t>
            </a:r>
          </a:p>
          <a:p>
            <a:r>
              <a:rPr sz="2300">
                <a:latin typeface="Calibri"/>
              </a:rPr>
              <a:t>SynCura adapts TBAL: 90-min rolling window, 12 features, temporal attention, PhysioNet 2012</a:t>
            </a:r>
          </a:p>
          <a:p>
            <a:r>
              <a:rPr sz="230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1873493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Deployable path: FastAPI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948" y="4160520"/>
            <a:ext cx="496701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06324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597" y="5074920"/>
            <a:ext cx="4480560" cy="392049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357" y="5394960"/>
            <a:ext cx="5205046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Reported what papers often skip: false-alarm rate, specificity, precision, F1,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Next steps: eICU/MIMIC external validation, robust missing-data handling, time-aware attention, and a prospective clinical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Backend: Python 3.10, FastAPI, uvicorn, NumPy, scikit-learn, PyTorch</a:t>
            </a:r>
          </a:p>
          <a:p>
            <a:r>
              <a:rPr sz="2300">
                <a:latin typeface="Calibri"/>
              </a:rPr>
              <a:t>Two LSTM hidden layers (96 units) + Temporal Attention</a:t>
            </a:r>
          </a:p>
          <a:p>
            <a:r>
              <a:rPr sz="2300">
                <a:latin typeface="Calibri"/>
              </a:rPr>
              <a:t>Microservices: FastAPI real-time backend, React + Vite frontend</a:t>
            </a:r>
          </a:p>
          <a:p>
            <a:r>
              <a:rPr sz="2300">
                <a:latin typeface="Calibri"/>
              </a:rPr>
              <a:t>Edge/stream ingestion: MQTT with Eclipse Mosquitto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External validation on MIMIC-IV and eICU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0" y="914400"/>
            <a:ext cx="12801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Calibri"/>
              </a:rPr>
              <a:t>P.A. COLLEGE OF ENGINEERING</a:t>
            </a:r>
          </a:p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SynCura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80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</a:p>
          <a:p>
            <a:r>
              <a:rPr sz="180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r>
              <a:rPr sz="1800">
                <a:latin typeface="Calibri"/>
              </a:rPr>
              <a:t>[3] Yan et al. (2026): Deep Learning-Based In-Hospital Mortality Prediction Using Long-Term Sequential Data in ICU Patients. PeerJ 14:e21631.</a:t>
            </a:r>
          </a:p>
          <a:p>
            <a:r>
              <a:rPr sz="1800">
                <a:latin typeface="Calibri"/>
              </a:rPr>
              <a:t>[4] Sadanandan (2026): Multimodal Deep Learning for Early Prediction of Patient Deterioration in the ICU: Integrating Time-Series EHR Data with Clinical Notes. arXiv:2603.14719.</a:t>
            </a:r>
          </a:p>
          <a:p>
            <a:r>
              <a:rPr sz="180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r>
              <a:rPr sz="1800">
                <a:latin typeface="Calibri"/>
              </a:rPr>
              <a:t>[6] Xie et al. (2025): Unlocking the Potential of Real-Time ICU Mortality Prediction: Redefining Risk Assessment with Continuous Data Recovery. npj Digital Medicine 8:733.</a:t>
            </a:r>
          </a:p>
          <a:p>
            <a:r>
              <a:rPr sz="180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r>
              <a:rPr sz="180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r>
              <a:rPr sz="180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1519</Words>
  <Application>Microsoft Office PowerPoint</Application>
  <PresentationFormat>Custom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Rashi Abidali</cp:lastModifiedBy>
  <cp:revision>2</cp:revision>
  <dcterms:created xsi:type="dcterms:W3CDTF">2013-01-27T09:14:16Z</dcterms:created>
  <dcterms:modified xsi:type="dcterms:W3CDTF">2026-09-17T17:03:09Z</dcterms:modified>
  <cp:category/>
</cp:coreProperties>
</file>