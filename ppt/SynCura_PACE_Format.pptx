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1280160" y="3063240"/>
            <a:ext cx="1572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ICU Monitoring System Using Attention-Based LSTM with Real-Time Explainability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50392" y="6236208"/>
            <a:ext cx="6446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 :
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Abdul Ahad Ikkeri – 4PA24CS002
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Fathima Reeha – 4PA24CS026
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Fizan Feroz – 4PA24CS032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0808208" y="6236208"/>
            <a:ext cx="6089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OF:
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TBD (To Be Decided)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ICU patient deterioration is a leading cause of preventable in-hospital mortality, with mortality rates ranging 10–29%.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scores such as NEWS2 and SOFA rely on static thresholds applied to a single reading and require manual calculation.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scores fail to capture the temporal trend in vitals — by the time a threshold is crossed, deterioration is already underway.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need for a continuously-learning system that reads the trend in vitals and labs, not just the latest reading, in real time.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 / NEED FOR THE PROJECT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scoring systems miss the temporal information already present in continuous ICU monitoring data.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Clinicians need earlier warning to intervene before a patient crashes, not confirmation after the fact.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can learn temporal deterioration patterns that static threshold rules cannot represent.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 is essential for clinical trust — a black-box score is unlikely to be adopted at the bedside.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/ RELATED WORK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NEWS2 / SOFA: current clinical practice — static thresholds, manual calculation, reactive rather than predictive.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Wang, Bai &amp; Jin (2026): LSTM/GRU/RNN on ventilated-ICU vitals across three outcomes, AUC 0.79–0.87.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 et al. (2026): five-architecture comparison on ICU sequential data — plain LSTM performs best, AUC 0.802.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Wu et al. (2024): LSTM on four core vitals achieves AUC 0.926 — a vitals-only upper bound reference.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Gap: none of the above combine temporal attention with a real-time, explainable, deployable clinical dashboard.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PAPER / REFERENCE PAPER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Deep-Learning Models to Predict Diaphragmatic Dysfunction and Cognitive Stress in ICU Patients Under Mechanical Ventilation
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Wang, Y., Bai, Y., &amp; Jin, G.  ·  2026  ·  Frontiers in Physiology, 17, 1765898
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990295" y="4724705"/>
            <a:ext cx="163037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06400" indent="-4064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LSTM, GRU and RNN models on continuous vitals + ventilator parameters from 25,751 mechanically ventilated ICU patients; LSTM consistently outperforms, AUC 0.79–0.87 across three outcomes.</a:t>
            </a:r>
            <a:endParaRPr lang="en-US" sz="2200" dirty="0"/>
          </a:p>
          <a:p>
            <a:pPr marL="406400" indent="-4064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Explainability-first design on continuous, longitudinal physiologic time-series — closest architectural match to SynCura's own AttentionLSTM.</a:t>
            </a:r>
            <a:endParaRPr lang="en-US" sz="2200" dirty="0"/>
          </a:p>
          <a:p>
            <a:pPr marL="406400" indent="-4064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Notes that time-series signals alone did not adequately capture the weakest outcome (cognitive stress) — an honest limitation motivating future multimodal work, carried over rather than overclaimed.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SynCura: an Attention-based LSTM that reads a rolling 90-minute window of 12 vitals and labs to score deterioration risk in real time.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temporal attention — absent in the base paper's RNN/GRU/LSTM comparison — for per-timestep interpretability.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FastAPI backend and React dashboard, with dual explainability via attention weights and SHAP feature importance.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from the base paper: a deployable, real-time clinical system, not an offline retrospective model.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/ PROPOSED APPROACH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PhysioNet 2012 Challenge, ~4,000 ICU patients; 12 features (HR, RespRate, Temp, SysBP, DiasBP, SpO2, GCS, BUN, Creatinine, WBC, Platelets, Glucose).</a:t>
            </a:r>
            <a:endParaRPr lang="en-US" sz="22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90-minute sliding windows (15-min stride), population Z-score normalization, proximity labeling over the last 12h of stay.</a:t>
            </a:r>
            <a:endParaRPr lang="en-US" sz="22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Model: 2-layer LSTM (hidden size 96) with additive attention, dropout + batch normalization, sigmoid output for risk probability.</a:t>
            </a:r>
            <a:endParaRPr lang="en-US" sz="22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FastAPI backend for real-time inference and REST API; React dashboard for clinical visualization and scenario simulation; SHAP for feature-level explainability.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 real-time ICU dashboard scoring patient deterioration risk (0–100) from continuous vitals and labs.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AUC-ROC in the realistic literature range of 0.78–0.93 for a vitals+labs-only, single-dataset system.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sensitivity and an earlier warning lead time (targeting 1–6 hours) compared to the NEWS2 baseline.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Per-patient explainability output combining attention weights (when risk changed) and SHAP values (which vital or lab drove it).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/ TOOLS REQUIRED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Programming: Python (ML pipeline, backend), JavaScript (frontend).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/ Backend: PyTorch, FastAPI, SQLite, SHAP.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React, Vite, Tailwind CSS.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PhysioNet 2012 Challenge (Computing in Cardiology).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(optional extension): ESP32 microcontroller with MAX30105 sensor for live vitals capture.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RELEVANCE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3 — Good Health and Well-Being: earlier detection of ICU deterioration directly targets preventable in-hospital mortality.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9 — Industry, Innovation and Infrastructure: applies explainable deep learning to modernize clinical monitoring infrastructure.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57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Wang, Y., Bai, Y., &amp; Jin, G. (2026). Explainable Deep-Learning Models to Predict Diaphragmatic Dysfunction and Cognitive Stress in ICU Patients. Frontiers in Physiology, 17, 1765898. — Base Paper.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Yan, Z. et al. (2026). Deep learning-based in-hospital mortality prediction using long-term sequential data. PeerJ, 14, e21631.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Sadanandan, B. (2026). Multimodal Deep Learning for Early Prediction of Patient Deterioration in the ICU. arXiv:2603.14719.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Wu, Y. et al. (2024). Revisiting the potential value of vital signs in real-time ICU mortality prediction. Journal of Big Data, 11, 40.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Nguyen, et al. Deep Learning to Attend to Risk in ICU. arXiv:1707.05010.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Xie, P. et al. (2025). Unlocking real-time ICU mortality prediction with continuous data recovery (RealMIP). npj Digital Medicine, 8, 733.</a:t>
            </a:r>
            <a:endParaRPr lang="en-US" sz="2000" dirty="0"/>
          </a:p>
          <a:p>
            <a:pPr marL="406400" indent="-406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PhysioNet / Computing in Cardiology Challenge 2012 — physionet.org/content/challenge-2012/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Image 1" descr="pac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P.A. COLLEGE OF ENGINEERING
</a:t>
            </a:r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