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10287000" cy="18288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SynCura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1280160" y="3063240"/>
            <a:ext cx="1572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ICU Monitoring System Using Attention-Based LSTM with Real-Time Explainability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850392" y="6236208"/>
            <a:ext cx="6446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 :
</a:t>
            </a:r>
            <a:pPr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Abdul Ahad Ikkeri – 4PA24CS002
</a:t>
            </a:r>
            <a:pPr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Fathima Reeha – 4PA24CS026
</a:t>
            </a:r>
            <a:pPr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Fizan Feroz – 4PA24CS032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0808208" y="6236208"/>
            <a:ext cx="6089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dirty="0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sz="340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SynCura is a real-time ICU deterioration-risk monitoring prototype using an attention-based LSTM.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processes 12 clinical features from the PhysioNet 2012 Challenge through 90-minute sliding windows.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combines a PyTorch model, FastAPI inference service, React dashboard, and SHAP plus attention explanations.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deployed experiment achieved 0.807 validation AUC and 0.765 AUC on the unseen set-B holdout.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sz="340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ICU deterioration can progress rapidly, making early recognition important for timely clinical intervention.</a:t>
            </a:r>
            <a:endParaRPr sz="22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scores such as NEWS2 and SOFA use threshold-driven assessments and do not directly model longitudinal trends.</a:t>
            </a:r>
            <a:endParaRPr sz="22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SynCura applies temporal deep learning to streaming-style vital and clinical measurements.</a:t>
            </a:r>
            <a:endParaRPr sz="22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focuses on an explainable software prototype, not autonomous clinical decision-making.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sz="340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Wang, Bai and Jin (2026) - Explainable LSTM models for ICU outcomes; AUC 0.79-0.87.</a:t>
            </a:r>
            <a:endParaRPr sz="15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 et al. (2026) - Sequential ICU mortality models; plain LSTM AUC 0.802.</a:t>
            </a:r>
            <a:endParaRPr sz="15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Sadanandan (2026) - Multimodal time-series and clinical-note fusion; AUROC 0.7857.</a:t>
            </a:r>
            <a:endParaRPr sz="15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Wu et al. (2024) - Real-time vital-sign mortality prediction; LSTM AUC 0.9263.</a:t>
            </a:r>
            <a:endParaRPr sz="15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Nguyen et al. (2017) - Attention-based risk modeling on PhysioNet 2012.</a:t>
            </a:r>
            <a:endParaRPr sz="15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Xie et al. (2025) - RealMIP continuous-data recovery for ICU mortality prediction.</a:t>
            </a:r>
            <a:endParaRPr sz="15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Choi et al. (2020) - Deep interpretable early warning with BiLSTM attention.</a:t>
            </a:r>
            <a:endParaRPr sz="15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 et al. (2025) - Attention residual LSTM-FCN for clinical time-series prediction.</a:t>
            </a:r>
            <a:endParaRPr sz="15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et al. (2023) - Graph attention network for clinical deterioration prediction.</a:t>
            </a:r>
            <a:endParaRPr sz="15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Scheid et al. (2025) - Wearable deep learning for continuous in-hospital deterioration prediction.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sz="340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ICU deterioration is difficult to identify early from isolated measurements and manual score calculations.</a:t>
            </a:r>
            <a:endParaRPr sz="2200"/>
          </a:p>
          <a:p>
            <a:pPr indent="0" marL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rule-based scores do not fully capture the direction, duration, and interaction of changing observations.</a:t>
            </a:r>
            <a:endParaRPr sz="2200"/>
          </a:p>
          <a:p>
            <a:pPr indent="0" marL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Clinicians need an early-warning aid that processes recent patient history and presents understandable reasons for its risk score.</a:t>
            </a:r>
            <a:endParaRPr sz="2200"/>
          </a:p>
          <a:p>
            <a:pPr indent="0" marL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 is to build and evaluate a real-time, explainable prototype without presenting it as a validated clinical device.</a:t>
            </a:r>
            <a:endParaRPr sz="2200"/>
          </a:p>
        </p:txBody>
      </p:sp>
      <p:sp>
        <p:nvSpPr>
          <p:cNvPr id="7" name="Text 3"/>
          <p:cNvSpPr txBox="1"/>
          <p:nvPr/>
        </p:nvSpPr>
        <p:spPr>
          <a:xfrm>
            <a:off x="990295" y="4724705"/>
            <a:ext cx="1630375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Trains LSTM, GRU and RNN models on continuous vitals + ventilator parameters from 25,751 mechanically ventilated ICU patients; LSTM consistently outperforms, AUC 0.79–0.87 across three outcomes.</a:t>
            </a:r>
            <a:endParaRPr lang="en-US" sz="2200" dirty="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Explainability-first design on continuous, longitudinal physiologic time-series — closest architectural match to SynCura's own AttentionLSTM.</a:t>
            </a:r>
            <a:endParaRPr lang="en-US" sz="2200" dirty="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Notes that time-series signals alone did not adequately capture the weakest outcome (cognitive stress) — an honest limitation motivating future multimodal work, carried over rather than overclaimed.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</a:t>
            </a:r>
            <a:endParaRPr sz="340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Dataset: PhysioNet 2012 Challenge with 12 features: six vital signs plus GCS, BUN, Creatinine, WBC, Platelets, and Glucose.</a:t>
            </a:r>
            <a:endParaRPr sz="20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Preprocessing: interpolation, train-only population Z-score normalization, 90-minute windows, and 15-minute stride.</a:t>
            </a:r>
            <a:endParaRPr sz="20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Model: two-layer LSTM with hidden size 96, additive temporal attention, dropout, batch normalization, and sigmoid risk output.</a:t>
            </a:r>
            <a:endParaRPr sz="20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Deployment: FastAPI inference and React visualization, with SHAP feature importance and attention-based temporal explanations.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RESULT</a:t>
            </a:r>
            <a:endParaRPr sz="340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performance: AUC-ROC 0.8072, accuracy 0.7450, precision 0.3535, and recall 0.7413.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Unseen set-B holdout: AUC-ROC 0.7651, accuracy 0.7463, and recall 0.6692.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set-B result indicates useful generalization, but performance remains below the standard required for clinical deployment.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evaluation steps: calibration, threshold analysis, lead-time measurement, NEWS2 comparison, and prospective validation.</a:t>
            </a: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sz="340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SynCura demonstrates an end-to-end explainable ICU risk-monitoring workflow from clinical time-series input to dashboard output.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attention provides an interpretable view of which recent time steps influenced the prediction.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achieved 0.807 validation AUC and 0.765 set-B holdout AUC in the current experiment.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results support the prototype concept, while further clinical and external validation is required before real-world use.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sz="340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 calibration, decision-curve analysis, and prospective evaluation with clinical collaborators.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robust missing-data handling and test performance across hospitals and patient subgroups.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attention-LSTM with transformer and graph-based temporal models.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multimodal fusion with clinical notes and safer integration with real bedside data streams.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Investigate privacy-preserving and edge-assisted deployment only after clinical validation.</a:t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/ TOOLS REQUIRED</a:t>
            </a:r>
            <a:endParaRPr sz="340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Programming: Python for machine learning and backend services; JavaScript for the frontend.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and backend: PyTorch, FastAPI, SQLite, scikit-learn, and SHAP.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 React, Vite, and Tailwind CSS.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Dataset: PhysioNet / Computing in Cardiology Challenge 2012.</a:t>
            </a:r>
            <a:endParaRPr sz="210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relevance: SDG 3 (Good Health and Well-Being) and SDG 9 (Industry, Innovation and Infrastructure).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sz="340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Y. Wang, Y. Bai, and G. Jin, Explainable Deep-Learning Models..., Frontiers in Physiology, vol. 17, 2026.</a:t>
            </a:r>
            <a:endParaRPr sz="145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Z. Yan et al., Deep learning-based in-hospital mortality prediction..., PeerJ, vol. 14, e21631, 2026.</a:t>
            </a:r>
            <a:endParaRPr sz="145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B. Sadanandan, Multimodal Deep Learning for Early Prediction..., arXiv:2603.14719, 2026.</a:t>
            </a:r>
            <a:endParaRPr sz="145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Y. Wu et al., Revisiting the potential value of vital signs..., Journal of Big Data, vol. 11, no. 40, 2024.</a:t>
            </a:r>
            <a:endParaRPr sz="145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M. Nguyen et al., Deep Learning to Attend to Risk in ICU, arXiv:1707.05010, 2017.</a:t>
            </a:r>
            <a:endParaRPr sz="145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P. Xie et al., Unlocking real-time ICU mortality prediction..., npj Digital Medicine, vol. 8, 733, 2025.</a:t>
            </a:r>
            <a:endParaRPr sz="145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E. Choi et al., Deep Interpretable Early Warning System..., IEEE JBHI, vol. 24, no. 9, 2020.</a:t>
            </a:r>
            <a:endParaRPr sz="145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T. C. Do et al., Rapid Response System Based on Graph Attention Network..., IEEE Access, vol. 11, 2023.</a:t>
            </a:r>
            <a:endParaRPr sz="145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M. R. Scheid et al., Clinical wearable deep learning based deterioration prediction..., Nature Communications, vol. 16, 9513, 2025.</a:t>
            </a:r>
            <a:endParaRPr sz="1450"/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PhysioNet, Computing in Cardiology Challenge 2012, physionet.org/content/challenge-2012/.</a:t>
            </a:r>
            <a:endParaRPr sz="14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4389120"/>
            <a:ext cx="1645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