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1" r:id="rId4"/>
    <p:sldId id="260" r:id="rId5"/>
    <p:sldId id="259" r:id="rId6"/>
    <p:sldId id="261" r:id="rId7"/>
    <p:sldId id="273" r:id="rId8"/>
    <p:sldId id="262" r:id="rId9"/>
    <p:sldId id="27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HANA HAIDER" userId="feea5b789fbace17" providerId="LiveId" clId="{62240055-6E5F-4B16-9FAE-C0DEBC3C6ADC}"/>
    <pc:docChg chg="addSld delSld modSld sldOrd">
      <pc:chgData name="RAIHANA HAIDER" userId="feea5b789fbace17" providerId="LiveId" clId="{62240055-6E5F-4B16-9FAE-C0DEBC3C6ADC}" dt="2025-03-20T08:55:58.891" v="64" actId="20577"/>
      <pc:docMkLst>
        <pc:docMk/>
      </pc:docMkLst>
      <pc:sldChg chg="ord">
        <pc:chgData name="RAIHANA HAIDER" userId="feea5b789fbace17" providerId="LiveId" clId="{62240055-6E5F-4B16-9FAE-C0DEBC3C6ADC}" dt="2025-03-20T08:55:23.382" v="39"/>
        <pc:sldMkLst>
          <pc:docMk/>
          <pc:sldMk cId="0" sldId="259"/>
        </pc:sldMkLst>
      </pc:sldChg>
      <pc:sldChg chg="modSp mod">
        <pc:chgData name="RAIHANA HAIDER" userId="feea5b789fbace17" providerId="LiveId" clId="{62240055-6E5F-4B16-9FAE-C0DEBC3C6ADC}" dt="2025-03-20T08:54:05.328" v="22" actId="20577"/>
        <pc:sldMkLst>
          <pc:docMk/>
          <pc:sldMk cId="0" sldId="262"/>
        </pc:sldMkLst>
        <pc:spChg chg="mod">
          <ac:chgData name="RAIHANA HAIDER" userId="feea5b789fbace17" providerId="LiveId" clId="{62240055-6E5F-4B16-9FAE-C0DEBC3C6ADC}" dt="2025-03-20T08:54:05.328" v="22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RAIHANA HAIDER" userId="feea5b789fbace17" providerId="LiveId" clId="{62240055-6E5F-4B16-9FAE-C0DEBC3C6ADC}" dt="2025-03-20T08:53:53.129" v="12" actId="20577"/>
        <pc:sldMkLst>
          <pc:docMk/>
          <pc:sldMk cId="0" sldId="263"/>
        </pc:sldMkLst>
        <pc:spChg chg="mod">
          <ac:chgData name="RAIHANA HAIDER" userId="feea5b789fbace17" providerId="LiveId" clId="{62240055-6E5F-4B16-9FAE-C0DEBC3C6ADC}" dt="2025-03-20T08:53:53.129" v="1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add mod">
        <pc:chgData name="RAIHANA HAIDER" userId="feea5b789fbace17" providerId="LiveId" clId="{62240055-6E5F-4B16-9FAE-C0DEBC3C6ADC}" dt="2025-03-20T08:54:58.492" v="37" actId="20577"/>
        <pc:sldMkLst>
          <pc:docMk/>
          <pc:sldMk cId="616556129" sldId="272"/>
        </pc:sldMkLst>
        <pc:spChg chg="mod">
          <ac:chgData name="RAIHANA HAIDER" userId="feea5b789fbace17" providerId="LiveId" clId="{62240055-6E5F-4B16-9FAE-C0DEBC3C6ADC}" dt="2025-03-20T08:54:58.492" v="37" actId="20577"/>
          <ac:spMkLst>
            <pc:docMk/>
            <pc:sldMk cId="616556129" sldId="272"/>
            <ac:spMk id="2" creationId="{9B30F311-A52E-D32E-79CF-E68F204EEFA0}"/>
          </ac:spMkLst>
        </pc:spChg>
      </pc:sldChg>
      <pc:sldChg chg="new del">
        <pc:chgData name="RAIHANA HAIDER" userId="feea5b789fbace17" providerId="LiveId" clId="{62240055-6E5F-4B16-9FAE-C0DEBC3C6ADC}" dt="2025-03-20T08:54:45.215" v="24" actId="2696"/>
        <pc:sldMkLst>
          <pc:docMk/>
          <pc:sldMk cId="4230627005" sldId="272"/>
        </pc:sldMkLst>
      </pc:sldChg>
      <pc:sldChg chg="modSp add mod">
        <pc:chgData name="RAIHANA HAIDER" userId="feea5b789fbace17" providerId="LiveId" clId="{62240055-6E5F-4B16-9FAE-C0DEBC3C6ADC}" dt="2025-03-20T08:55:58.891" v="64" actId="20577"/>
        <pc:sldMkLst>
          <pc:docMk/>
          <pc:sldMk cId="31462316" sldId="273"/>
        </pc:sldMkLst>
        <pc:spChg chg="mod">
          <ac:chgData name="RAIHANA HAIDER" userId="feea5b789fbace17" providerId="LiveId" clId="{62240055-6E5F-4B16-9FAE-C0DEBC3C6ADC}" dt="2025-03-20T08:55:58.891" v="64" actId="20577"/>
          <ac:spMkLst>
            <pc:docMk/>
            <pc:sldMk cId="31462316" sldId="273"/>
            <ac:spMk id="2" creationId="{144A718F-CDC2-156E-D98B-B0A1FEA016DF}"/>
          </ac:spMkLst>
        </pc:spChg>
      </pc:sldChg>
    </pc:docChg>
  </pc:docChgLst>
  <pc:docChgLst>
    <pc:chgData name="RAIHANA HAIDER" userId="feea5b789fbace17" providerId="LiveId" clId="{7E4D1962-E2EB-4390-8447-0BDF9FC82F59}"/>
    <pc:docChg chg="custSel delSld modSld">
      <pc:chgData name="RAIHANA HAIDER" userId="feea5b789fbace17" providerId="LiveId" clId="{7E4D1962-E2EB-4390-8447-0BDF9FC82F59}" dt="2024-10-01T08:45:39.851" v="103" actId="1076"/>
      <pc:docMkLst>
        <pc:docMk/>
      </pc:docMkLst>
      <pc:sldChg chg="modSp mod">
        <pc:chgData name="RAIHANA HAIDER" userId="feea5b789fbace17" providerId="LiveId" clId="{7E4D1962-E2EB-4390-8447-0BDF9FC82F59}" dt="2024-10-01T08:43:14.478" v="76" actId="20577"/>
        <pc:sldMkLst>
          <pc:docMk/>
          <pc:sldMk cId="0" sldId="257"/>
        </pc:sldMkLst>
      </pc:sldChg>
      <pc:sldChg chg="modSp mod">
        <pc:chgData name="RAIHANA HAIDER" userId="feea5b789fbace17" providerId="LiveId" clId="{7E4D1962-E2EB-4390-8447-0BDF9FC82F59}" dt="2024-10-01T08:43:43.511" v="82" actId="20577"/>
        <pc:sldMkLst>
          <pc:docMk/>
          <pc:sldMk cId="0" sldId="259"/>
        </pc:sldMkLst>
      </pc:sldChg>
      <pc:sldChg chg="modSp mod">
        <pc:chgData name="RAIHANA HAIDER" userId="feea5b789fbace17" providerId="LiveId" clId="{7E4D1962-E2EB-4390-8447-0BDF9FC82F59}" dt="2024-10-01T08:44:41.159" v="92" actId="20577"/>
        <pc:sldMkLst>
          <pc:docMk/>
          <pc:sldMk cId="0" sldId="260"/>
        </pc:sldMkLst>
      </pc:sldChg>
      <pc:sldChg chg="modSp mod">
        <pc:chgData name="RAIHANA HAIDER" userId="feea5b789fbace17" providerId="LiveId" clId="{7E4D1962-E2EB-4390-8447-0BDF9FC82F59}" dt="2024-10-01T08:45:03.618" v="98" actId="20577"/>
        <pc:sldMkLst>
          <pc:docMk/>
          <pc:sldMk cId="0" sldId="261"/>
        </pc:sldMkLst>
      </pc:sldChg>
      <pc:sldChg chg="modSp mod">
        <pc:chgData name="RAIHANA HAIDER" userId="feea5b789fbace17" providerId="LiveId" clId="{7E4D1962-E2EB-4390-8447-0BDF9FC82F59}" dt="2024-10-01T08:45:24.522" v="102" actId="20577"/>
        <pc:sldMkLst>
          <pc:docMk/>
          <pc:sldMk cId="0" sldId="262"/>
        </pc:sldMkLst>
      </pc:sldChg>
      <pc:sldChg chg="delSp modSp mod">
        <pc:chgData name="RAIHANA HAIDER" userId="feea5b789fbace17" providerId="LiveId" clId="{7E4D1962-E2EB-4390-8447-0BDF9FC82F59}" dt="2024-10-01T08:45:39.851" v="103" actId="1076"/>
        <pc:sldMkLst>
          <pc:docMk/>
          <pc:sldMk cId="0" sldId="263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2704898877" sldId="265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2964426329" sldId="266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124744618" sldId="267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3003659065" sldId="268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400948982" sldId="269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1254103891" sldId="270"/>
        </pc:sldMkLst>
      </pc:sldChg>
      <pc:sldChg chg="modSp mod">
        <pc:chgData name="RAIHANA HAIDER" userId="feea5b789fbace17" providerId="LiveId" clId="{7E4D1962-E2EB-4390-8447-0BDF9FC82F59}" dt="2024-10-01T08:44:05.129" v="88" actId="20577"/>
        <pc:sldMkLst>
          <pc:docMk/>
          <pc:sldMk cId="1107851215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2C176-0849-431B-8988-DF26364DC9BA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1396B-1C0F-4798-BA0F-0C5EE0967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16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68552" cy="14112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434" y="2585973"/>
            <a:ext cx="5238750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635" y="2467101"/>
            <a:ext cx="6219825" cy="317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6635" y="6389149"/>
            <a:ext cx="97218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2716" y="6389149"/>
            <a:ext cx="253491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2057400"/>
            <a:ext cx="9982200" cy="5524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6000" dirty="0">
                <a:latin typeface="Times New Roman"/>
                <a:cs typeface="Times New Roman"/>
              </a:rPr>
              <a:t>PROJECT</a:t>
            </a:r>
            <a:r>
              <a:rPr sz="6000" spc="-95" dirty="0">
                <a:latin typeface="Times New Roman"/>
                <a:cs typeface="Times New Roman"/>
              </a:rPr>
              <a:t> </a:t>
            </a:r>
            <a:r>
              <a:rPr sz="6000" spc="-10" dirty="0">
                <a:latin typeface="Times New Roman"/>
                <a:cs typeface="Times New Roman"/>
              </a:rPr>
              <a:t>TITLE</a:t>
            </a:r>
            <a:endParaRPr lang="en-IN" sz="6000" spc="-1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spc="-2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spc="-2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spc="-2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spc="-20" dirty="0">
              <a:latin typeface="Times New Roman"/>
              <a:cs typeface="Times New Roman"/>
            </a:endParaRPr>
          </a:p>
          <a:p>
            <a:pPr marR="6350" algn="l">
              <a:lnSpc>
                <a:spcPct val="100000"/>
              </a:lnSpc>
              <a:spcBef>
                <a:spcPts val="1210"/>
              </a:spcBef>
            </a:pPr>
            <a:r>
              <a:rPr lang="en-US" sz="1800" dirty="0">
                <a:latin typeface="Times New Roman"/>
                <a:cs typeface="Times New Roman"/>
              </a:rPr>
              <a:t>UNDER</a:t>
            </a:r>
            <a:r>
              <a:rPr lang="en-US" sz="1800" spc="-10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-7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GUIDANCE</a:t>
            </a:r>
            <a:r>
              <a:rPr lang="en-US" sz="1800" spc="-60" dirty="0">
                <a:latin typeface="Times New Roman"/>
                <a:cs typeface="Times New Roman"/>
              </a:rPr>
              <a:t> </a:t>
            </a:r>
            <a:r>
              <a:rPr lang="en-US" sz="1800" spc="-25" dirty="0">
                <a:latin typeface="Times New Roman"/>
                <a:cs typeface="Times New Roman"/>
              </a:rPr>
              <a:t>OF					TEAM MEMBERS </a:t>
            </a:r>
            <a:endParaRPr lang="en-US" sz="1800" dirty="0">
              <a:latin typeface="Times New Roman"/>
              <a:cs typeface="Times New Roman"/>
            </a:endParaRPr>
          </a:p>
          <a:p>
            <a:pPr marR="5080" algn="l">
              <a:lnSpc>
                <a:spcPct val="100000"/>
              </a:lnSpc>
              <a:spcBef>
                <a:spcPts val="1105"/>
              </a:spcBef>
            </a:pPr>
            <a:r>
              <a:rPr lang="en-US" sz="1800" spc="-10" dirty="0">
                <a:latin typeface="Times New Roman"/>
                <a:cs typeface="Times New Roman"/>
              </a:rPr>
              <a:t>GUIDE</a:t>
            </a:r>
            <a:r>
              <a:rPr lang="en-US" sz="1800" spc="-75" dirty="0">
                <a:latin typeface="Times New Roman"/>
                <a:cs typeface="Times New Roman"/>
              </a:rPr>
              <a:t> </a:t>
            </a:r>
            <a:r>
              <a:rPr lang="en-US" sz="1800" spc="-20" dirty="0">
                <a:latin typeface="Times New Roman"/>
                <a:cs typeface="Times New Roman"/>
              </a:rPr>
              <a:t>NAME					NAME &amp; USN (ASCENDING ORDER)</a:t>
            </a:r>
          </a:p>
          <a:p>
            <a:pPr marR="5080" algn="l">
              <a:lnSpc>
                <a:spcPct val="100000"/>
              </a:lnSpc>
              <a:spcBef>
                <a:spcPts val="1105"/>
              </a:spcBef>
            </a:pPr>
            <a:r>
              <a:rPr lang="en-US" spc="-20" dirty="0">
                <a:latin typeface="Times New Roman"/>
                <a:cs typeface="Times New Roman"/>
              </a:rPr>
              <a:t>DESIGNATION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60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spc="-10" dirty="0">
                <a:latin typeface="Times New Roman"/>
                <a:cs typeface="Times New Roman"/>
              </a:rPr>
              <a:t>             </a:t>
            </a:r>
            <a:endParaRPr sz="6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4" y="83819"/>
            <a:ext cx="1368552" cy="14112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2843" y="83819"/>
            <a:ext cx="1325879" cy="14112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99385" y="325881"/>
            <a:ext cx="7171690" cy="760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136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P.A.</a:t>
            </a:r>
            <a:r>
              <a:rPr sz="28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COLLEGE</a:t>
            </a:r>
            <a:r>
              <a:rPr sz="28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8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COMPUTER</a:t>
            </a:r>
            <a:r>
              <a:rPr sz="20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SCIENCE</a:t>
            </a:r>
            <a:r>
              <a:rPr sz="20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&amp;</a:t>
            </a:r>
            <a:r>
              <a:rPr sz="20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8902700" cy="47698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lang="en-IN" sz="2000" dirty="0">
              <a:latin typeface="Times New Roman"/>
              <a:cs typeface="Times New Roman"/>
            </a:endParaRPr>
          </a:p>
          <a:p>
            <a:pPr marL="1743075" algn="ctr">
              <a:lnSpc>
                <a:spcPct val="100000"/>
              </a:lnSpc>
              <a:spcBef>
                <a:spcPts val="30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ABSTRACT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65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Content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6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pointwise</a:t>
            </a:r>
            <a:r>
              <a:rPr sz="2800" spc="-6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and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justified.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8902700" cy="5316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INTRODUCTION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Content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pointwise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and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justified.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062716" y="6389149"/>
            <a:ext cx="25349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1410"/>
              </a:lnSpc>
            </a:pPr>
            <a:r>
              <a:rPr lang="en-IN" spc="-50" dirty="0"/>
              <a:t>3</a:t>
            </a:r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0785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4" y="325881"/>
            <a:ext cx="9827565" cy="511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marL="3495040" algn="l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495040" algn="l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LITERATURE SURVEY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4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z="2800" dirty="0">
                <a:solidFill>
                  <a:srgbClr val="2D5395"/>
                </a:solidFill>
                <a:latin typeface="Times New Roman"/>
                <a:cs typeface="Times New Roman"/>
              </a:rPr>
              <a:t>Table With At Least 10 Papers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176507" y="6389149"/>
            <a:ext cx="101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50" dirty="0">
                <a:latin typeface="Times New Roman"/>
                <a:cs typeface="Times New Roman"/>
              </a:rPr>
              <a:t>4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9949484" cy="53598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0" algn="l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PROBLEM STATEMENT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Content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pointwise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and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justified.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062716" y="6389149"/>
            <a:ext cx="25349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1410"/>
              </a:lnSpc>
            </a:pPr>
            <a:r>
              <a:rPr lang="en-IN" spc="-50" dirty="0"/>
              <a:t>2</a:t>
            </a:r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8902700" cy="58522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0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PROPOSED METHODOLOGY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Content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pointwise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and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justified</a:t>
            </a:r>
            <a:r>
              <a:rPr lang="en-IN"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/ Block Diagram 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176507" y="63891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CD62-EFDC-7D93-C075-F10016B0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4A718F-CDC2-156E-D98B-B0A1FEA016DF}"/>
              </a:ext>
            </a:extLst>
          </p:cNvPr>
          <p:cNvSpPr txBox="1"/>
          <p:nvPr/>
        </p:nvSpPr>
        <p:spPr>
          <a:xfrm>
            <a:off x="916635" y="325881"/>
            <a:ext cx="8902700" cy="511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marL="3549650" algn="ctr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549650" algn="ctr">
              <a:lnSpc>
                <a:spcPct val="100000"/>
              </a:lnSpc>
              <a:spcBef>
                <a:spcPts val="5"/>
              </a:spcBef>
            </a:pPr>
            <a:r>
              <a:rPr lang="en-IN" sz="3200" b="1" spc="-10">
                <a:solidFill>
                  <a:srgbClr val="2D5395"/>
                </a:solidFill>
                <a:latin typeface="Times New Roman"/>
                <a:cs typeface="Times New Roman"/>
              </a:rPr>
              <a:t>EXPERIMENTAL </a:t>
            </a: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RESULT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Content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pointwise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and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justified</a:t>
            </a:r>
            <a:r>
              <a:rPr lang="en-IN"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/ Block Diagram 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DFDF824-E940-0A8E-1565-DC52A87033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C0FF1B3-7DDB-CDF1-FD73-F122D3A481D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A7398D9-AB48-3357-73BC-1119C559109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959072B-2CA8-E713-4EEB-2A4619E9518A}"/>
              </a:ext>
            </a:extLst>
          </p:cNvPr>
          <p:cNvSpPr txBox="1"/>
          <p:nvPr/>
        </p:nvSpPr>
        <p:spPr>
          <a:xfrm>
            <a:off x="11176507" y="63891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6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9949484" cy="511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marL="3799840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799840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CONCLUSION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Content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pointwise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and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justified.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176507" y="63891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374D-626A-5B66-692A-BF297A96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B30F311-A52E-D32E-79CF-E68F204EEFA0}"/>
              </a:ext>
            </a:extLst>
          </p:cNvPr>
          <p:cNvSpPr txBox="1"/>
          <p:nvPr/>
        </p:nvSpPr>
        <p:spPr>
          <a:xfrm>
            <a:off x="916635" y="325881"/>
            <a:ext cx="9949484" cy="511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marL="3799840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799840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FUTURE SCOPE</a:t>
            </a:r>
            <a:endParaRPr sz="32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30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Content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pointwise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and</a:t>
            </a:r>
            <a:r>
              <a:rPr sz="2800" spc="-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justified.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Bullets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should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6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same</a:t>
            </a:r>
            <a:r>
              <a:rPr sz="2800" spc="-2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throughout.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Font</a:t>
            </a:r>
            <a:r>
              <a:rPr sz="2800" spc="-114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7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5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Times</a:t>
            </a:r>
            <a:r>
              <a:rPr sz="2800" spc="-7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New</a:t>
            </a:r>
            <a:r>
              <a:rPr sz="2800" spc="-8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Roman.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Line</a:t>
            </a:r>
            <a:r>
              <a:rPr sz="2800" spc="-12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spacing</a:t>
            </a:r>
            <a:r>
              <a:rPr sz="2800" spc="-13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2D5395"/>
                </a:solidFill>
                <a:latin typeface="Times New Roman"/>
                <a:cs typeface="Times New Roman"/>
              </a:rPr>
              <a:t>1.5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Background</a:t>
            </a:r>
            <a:r>
              <a:rPr sz="2800" spc="-9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must</a:t>
            </a:r>
            <a:r>
              <a:rPr sz="2800" spc="-95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D5395"/>
                </a:solidFill>
                <a:latin typeface="Times New Roman"/>
                <a:cs typeface="Times New Roman"/>
              </a:rPr>
              <a:t>be</a:t>
            </a:r>
            <a:r>
              <a:rPr sz="2800" spc="-100" dirty="0">
                <a:solidFill>
                  <a:srgbClr val="2D5395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D5395"/>
                </a:solidFill>
                <a:latin typeface="Times New Roman"/>
                <a:cs typeface="Times New Roman"/>
              </a:rPr>
              <a:t>white.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60ED64C-D3F8-AA81-272D-F0E04FE64A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78550C6-287A-E13A-208E-3F92D29657B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E294C56-3A10-36DB-4A53-7D4FD6316B2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E02AC7-BEA9-BBF9-A1FF-59A5478CB3CE}"/>
              </a:ext>
            </a:extLst>
          </p:cNvPr>
          <p:cNvSpPr txBox="1"/>
          <p:nvPr/>
        </p:nvSpPr>
        <p:spPr>
          <a:xfrm>
            <a:off x="11176507" y="63891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655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6271" y="1591437"/>
            <a:ext cx="27482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Times New Roman"/>
                <a:cs typeface="Times New Roman"/>
              </a:rPr>
              <a:t>REFERENCES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635" y="2467101"/>
            <a:ext cx="62198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IN" spc="-10" dirty="0"/>
              <a:t>IEEE FORMAT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68552" cy="1411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2620" y="408431"/>
            <a:ext cx="8392668" cy="5958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57551" y="6396535"/>
            <a:ext cx="5207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ts val="1410"/>
              </a:lnSpc>
            </a:pPr>
            <a:r>
              <a:rPr sz="1200" spc="-25" dirty="0">
                <a:latin typeface="Times New Roman"/>
                <a:cs typeface="Times New Roman"/>
              </a:rPr>
              <a:t>202</a:t>
            </a:r>
            <a:r>
              <a:rPr lang="en-IN" sz="1200" spc="-25" dirty="0">
                <a:latin typeface="Times New Roman"/>
                <a:cs typeface="Times New Roman"/>
              </a:rPr>
              <a:t>4-25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275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470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Calibri</vt:lpstr>
      <vt:lpstr>Times New Roman</vt:lpstr>
      <vt:lpstr>Office Theme</vt:lpstr>
      <vt:lpstr>P.A. COLLEGE OF ENGINEERING DEPARTMENT OF COMPUTER SCIENCE &amp;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RAIHANA HAIDER</dc:creator>
  <cp:lastModifiedBy>RAIHANA HAIDER</cp:lastModifiedBy>
  <cp:revision>4</cp:revision>
  <dcterms:created xsi:type="dcterms:W3CDTF">2024-04-16T04:12:02Z</dcterms:created>
  <dcterms:modified xsi:type="dcterms:W3CDTF">2025-03-20T08:55:59Z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2024-04-16T00:00:00Z</vt:filetime>
  </property>
  <property fmtid="{D5CDD505-2E9C-101B-9397-08002B2CF9AE}" pid="5" name="Producer">
    <vt:lpwstr>Microsoft® PowerPoint® 2013</vt:lpwstr>
  </property>
</Properties>
</file>